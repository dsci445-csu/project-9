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Predicting Problematic Internet Use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Kwan Eum, Eddie Haggerty, Nathan Seto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2024-12-03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Premise: Kaggle 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Child Mind Institute: Problematic Internet Use</a:t>
            </a:r>
          </a:p>
          <a:p>
            <a:pPr lvl="0"/>
            <a:r>
              <a:rPr/>
              <a:t>Main goal of competition is to predict Severity Impairment Index (SII) score</a:t>
            </a:r>
          </a:p>
          <a:p>
            <a:pPr lvl="0"/>
            <a:r>
              <a:rPr/>
              <a:t>Also wanted to try to predict Sleep Disturbance score (SDS) out of curiosity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Exploratory Data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“SII” stands for “Severity Impairment Index”</a:t>
            </a:r>
          </a:p>
        </p:txBody>
      </p:sp>
      <p:pic>
        <p:nvPicPr>
          <p:cNvPr descr="sii_bar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38200"/>
            <a:ext cx="5105400" cy="311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Exploratory Data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“SDS” stands for “Sleep Disturbance Scale”</a:t>
            </a:r>
          </a:p>
        </p:txBody>
      </p:sp>
      <p:pic>
        <p:nvPicPr>
          <p:cNvPr descr="sds_box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25500"/>
            <a:ext cx="51054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Linear Regression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Dealing with NAs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Removed variables with proportion of NAs over 0.5</a:t>
            </a:r>
          </a:p>
          <a:p>
            <a:pPr lvl="0"/>
            <a:r>
              <a:rPr/>
              <a:t>10 Variables removed this way</a:t>
            </a:r>
          </a:p>
          <a:p>
            <a:pPr lvl="0"/>
            <a:r>
              <a:rPr/>
              <a:t>Then removed all observations with proportion of NAs over 0.5</a:t>
            </a:r>
          </a:p>
          <a:p>
            <a:pPr lvl="0"/>
            <a:r>
              <a:rPr/>
              <a:t>1097 observations removed this way</a:t>
            </a:r>
          </a:p>
        </p:txBody>
      </p:sp>
      <p:pic>
        <p:nvPicPr>
          <p:cNvPr descr="dealingWithNA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12900"/>
            <a:ext cx="5105400" cy="156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Dealing with 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Used imputation for rest of NAs; mice and tidyr packages were good for this</a:t>
            </a:r>
          </a:p>
          <a:p>
            <a:pPr lvl="0"/>
            <a:r>
              <a:rPr/>
              <a:t>There were still some NAs in the data after imputing</a:t>
            </a:r>
          </a:p>
          <a:p>
            <a:pPr lvl="0"/>
            <a:r>
              <a:rPr/>
              <a:t>All remaining NAs were in same columns/rows</a:t>
            </a:r>
          </a:p>
          <a:p>
            <a:pPr lvl="0"/>
            <a:r>
              <a:rPr/>
              <a:t>Chose to get rid of observations rather than removing more variables</a:t>
            </a:r>
          </a:p>
          <a:p>
            <a:pPr lvl="0"/>
            <a:r>
              <a:rPr/>
              <a:t>Final dataset had 61 variables</a:t>
            </a:r>
          </a:p>
          <a:p>
            <a:pPr lvl="0"/>
            <a:r>
              <a:rPr/>
              <a:t>Training set had 1584 observations</a:t>
            </a:r>
          </a:p>
          <a:p>
            <a:pPr lvl="0"/>
            <a:r>
              <a:rPr/>
              <a:t>Test set had 360 observations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Lasso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Trying to predict SDS Score</a:t>
            </a:r>
          </a:p>
          <a:p>
            <a:pPr lvl="0"/>
            <a:r>
              <a:rPr/>
              <a:t>28 predictors were used, including sii</a:t>
            </a:r>
          </a:p>
          <a:p>
            <a:pPr lvl="0"/>
            <a:r>
              <a:rPr/>
              <a:t>Only 2 of the 17 Bioelectric Impedance Analysis variables were used</a:t>
            </a:r>
          </a:p>
          <a:p>
            <a:pPr lvl="0"/>
            <a:r>
              <a:rPr/>
              <a:t>BMI and Activity Level</a:t>
            </a:r>
          </a:p>
          <a:p>
            <a:pPr lvl="0"/>
            <a:r>
              <a:rPr/>
              <a:t>Test RMSE for the best Lasso model was 10.73954</a:t>
            </a:r>
          </a:p>
        </p:txBody>
      </p:sp>
      <p:pic>
        <p:nvPicPr>
          <p:cNvPr descr="predicted_sds_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82600"/>
            <a:ext cx="51054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Ridge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Same 28 predictors were used in both Ridge and Lasso</a:t>
            </a:r>
          </a:p>
          <a:p>
            <a:pPr lvl="0"/>
            <a:r>
              <a:rPr/>
              <a:t>Different coefficient estimates</a:t>
            </a:r>
          </a:p>
          <a:p>
            <a:pPr lvl="0"/>
            <a:r>
              <a:rPr/>
              <a:t>Test RMSE for best Ridge model was 10.6742</a:t>
            </a:r>
          </a:p>
        </p:txBody>
      </p:sp>
      <p:pic>
        <p:nvPicPr>
          <p:cNvPr descr="ridge_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82600"/>
            <a:ext cx="51054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Random Forest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Removed predictors and observations with more than 40% missing data; 36 variables, 1,225 observations excluded</a:t>
            </a:r>
          </a:p>
          <a:p>
            <a:pPr lvl="0"/>
            <a:r>
              <a:rPr/>
              <a:t>Applied Random Forest to identify key variables associated with SII and SDS</a:t>
            </a:r>
          </a:p>
          <a:p>
            <a:pPr lvl="0"/>
            <a:r>
              <a:rPr/>
              <a:t>Excluded the Parent-Child Internet Addiction Test (PCIAT) total score because it is a linear combination of other PCIAT variables.</a:t>
            </a:r>
          </a:p>
          <a:p>
            <a:pPr lvl="0"/>
            <a:r>
              <a:rPr/>
              <a:t>PCIAT variables are categorical, ranging from 0 (strongly disagree) to 5 (strongly agree).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Random Forest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The plot highlights the most important variables related to the SII.</a:t>
            </a:r>
          </a:p>
          <a:p>
            <a:pPr lvl="0"/>
            <a:r>
              <a:rPr/>
              <a:t>PCIAT variables are the most strongly associated with SII.</a:t>
            </a:r>
          </a:p>
          <a:p>
            <a:pPr lvl="0"/>
            <a:r>
              <a:rPr/>
              <a:t>Physical measures (Weight, Height, BMI) are the next most important contributors</a:t>
            </a:r>
          </a:p>
        </p:txBody>
      </p:sp>
      <p:pic>
        <p:nvPicPr>
          <p:cNvPr descr="rf_plot_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82600"/>
            <a:ext cx="51054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Random Forest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This plot reflecting their importance in predicting the Sleep Disturbance Scale (SDS).</a:t>
            </a:r>
          </a:p>
          <a:p>
            <a:pPr lvl="0"/>
            <a:r>
              <a:rPr/>
              <a:t>PCIAT variables again show the strongest association with SDS.</a:t>
            </a:r>
          </a:p>
          <a:p>
            <a:pPr lvl="0"/>
            <a:r>
              <a:rPr/>
              <a:t>Physical measures are the second most important contributors, consistent with the SII results.</a:t>
            </a:r>
          </a:p>
        </p:txBody>
      </p:sp>
      <p:pic>
        <p:nvPicPr>
          <p:cNvPr descr="rf_plot_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82600"/>
            <a:ext cx="51054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Linear Discriminant Analysis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Dealing with NAs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Options:</a:t>
            </a:r>
          </a:p>
          <a:p>
            <a:pPr lvl="0" indent="-342900" marL="342900">
              <a:buAutoNum type="arabicPeriod"/>
            </a:pPr>
            <a:r>
              <a:rPr/>
              <a:t>Imputation</a:t>
            </a:r>
          </a:p>
          <a:p>
            <a:pPr lvl="0"/>
            <a:r>
              <a:rPr/>
              <a:t>Median for numerical variables</a:t>
            </a:r>
          </a:p>
          <a:p>
            <a:pPr lvl="0"/>
            <a:r>
              <a:rPr/>
              <a:t>“Missing” for categorical variables</a:t>
            </a:r>
          </a:p>
          <a:p>
            <a:pPr lvl="0" indent="-342900" marL="342900">
              <a:buAutoNum startAt="2" type="arabicPeriod"/>
            </a:pPr>
            <a:r>
              <a:rPr/>
              <a:t>Remove rows where response = NA</a:t>
            </a:r>
          </a:p>
          <a:p>
            <a:pPr lvl="0"/>
            <a:r>
              <a:rPr/>
              <a:t>Followed with imputation</a:t>
            </a:r>
          </a:p>
          <a:p>
            <a:pPr lvl="0" indent="-342900" marL="342900">
              <a:buAutoNum startAt="3" type="arabicPeriod"/>
            </a:pPr>
            <a:r>
              <a:rPr/>
              <a:t>Removing Variables</a:t>
            </a:r>
          </a:p>
        </p:txBody>
      </p:sp>
      <p:pic>
        <p:nvPicPr>
          <p:cNvPr descr="../../Pictures/Screenshots/Screenshot%202024-11-29%2014295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62400" y="203200"/>
            <a:ext cx="43053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Linear Discriminant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Test Data Confusion Matrix: 99.27% accuracy</a:t>
            </a:r>
          </a:p>
        </p:txBody>
      </p:sp>
      <p:pic>
        <p:nvPicPr>
          <p:cNvPr descr="nathan/Linear%20Discriminant%20Analysis/Plots/LDA_test_confma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574800"/>
            <a:ext cx="5105400" cy="162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Linear Discriminant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Points of same class grouped together</a:t>
            </a:r>
          </a:p>
          <a:p>
            <a:pPr lvl="0"/>
            <a:r>
              <a:rPr/>
              <a:t>Observable approximate decision boundaries</a:t>
            </a:r>
          </a:p>
        </p:txBody>
      </p:sp>
      <p:pic>
        <p:nvPicPr>
          <p:cNvPr descr="nathan/Linear%20Discriminant%20Analysis/Plots/lda_plot_naR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30200"/>
            <a:ext cx="5105400" cy="412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Problematic Internet Use</dc:title>
  <dc:creator>Kwan Eum, Eddie Haggerty, Nathan Seto</dc:creator>
  <cp:keywords/>
  <dcterms:created xsi:type="dcterms:W3CDTF">2024-12-03T19:09:32Z</dcterms:created>
  <dcterms:modified xsi:type="dcterms:W3CDTF">2024-12-03T19:09:32Z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2024-12-03</vt:lpwstr>
  </property>
  <property fmtid="{D5CDD505-2E9C-101B-9397-08002B2CF9AE}" pid="3" name="output">
    <vt:lpwstr>powerpoint_presentation</vt:lpwstr>
  </property>
</Properties>
</file>